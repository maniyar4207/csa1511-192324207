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86" r:id="rId6"/>
    <p:sldId id="265" r:id="rId7"/>
    <p:sldId id="287" r:id="rId8"/>
    <p:sldId id="279" r:id="rId9"/>
    <p:sldId id="288" r:id="rId10"/>
    <p:sldId id="289" r:id="rId11"/>
    <p:sldId id="278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01B27-B10F-4856-999D-2BA03B3CB3A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1F4EB-1E20-4797-9F09-E3E7001F86B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8935" y="1183640"/>
            <a:ext cx="9144000" cy="1651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Computing: Reducing Infrastructure Management in the Cloud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60420"/>
            <a:ext cx="9144000" cy="1160780"/>
          </a:xfrm>
        </p:spPr>
        <p:txBody>
          <a:bodyPr>
            <a:normAutofit fontScale="8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AYESHA(192324207)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CSA1511 :CLOUD COMPUTINGAND BIG DATAANALYTICS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87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45012" y="352031"/>
            <a:ext cx="1769940" cy="1364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6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77048" y="223046"/>
            <a:ext cx="1769940" cy="14937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3556000" y="4901248"/>
            <a:ext cx="5080000" cy="598805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Date: 15/07/2026 </a:t>
            </a:r>
            <a:endParaRPr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ctr"/>
            <a:r>
              <a:rPr sz="1700">
                <a:solidFill>
                  <a:srgbClr val="FF0000"/>
                </a:solidFill>
                <a:latin typeface="Arial" panose="020B0604020202020204"/>
                <a:ea typeface="Arial" panose="020B0604020202020204"/>
              </a:rPr>
              <a:t>Technical Presentation</a:t>
            </a:r>
            <a:endParaRPr sz="1700">
              <a:solidFill>
                <a:srgbClr val="FF0000"/>
              </a:solidFill>
              <a:latin typeface="Arial" panose="020B0604020202020204"/>
              <a:ea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2716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825" y="2066290"/>
            <a:ext cx="9091930" cy="43897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is Serverless Computing?</a:t>
            </a:r>
            <a:endParaRPr lang="en-US" altLang="en-US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cloud computing model where developers write code without managing servers.</a:t>
            </a:r>
            <a:endParaRPr lang="en-US" alt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cloud provider automatically handles servers, scaling, and maintenance.</a:t>
            </a:r>
            <a:endParaRPr lang="en-US" alt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 run only when triggered.</a:t>
            </a:r>
            <a:endParaRPr lang="en-US" alt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 pay only for the resources they use.</a:t>
            </a:r>
            <a:endParaRPr lang="en-US" alt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Popular Platforms</a:t>
            </a:r>
            <a:endParaRPr lang="en-US" altLang="en-US" sz="2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AWS Lambda</a:t>
            </a:r>
            <a:endParaRPr lang="en-US" alt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Microsoft Azure Functions</a:t>
            </a:r>
            <a:endParaRPr lang="en-US" alt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Google Cloud Functions</a:t>
            </a:r>
            <a:endParaRPr lang="en-US" altLang="en-US" sz="2000" b="0" i="0" dirty="0">
              <a:solidFill>
                <a:srgbClr val="2021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94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2925" y="141120"/>
            <a:ext cx="1427749" cy="1177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5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0038" y="204537"/>
            <a:ext cx="1731962" cy="1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170" y="256207"/>
            <a:ext cx="10515600" cy="1042736"/>
          </a:xfrm>
        </p:spPr>
        <p:txBody>
          <a:bodyPr>
            <a:normAutofit/>
          </a:bodyPr>
          <a:lstStyle/>
          <a:p>
            <a:pPr algn="ctr"/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</a:t>
            </a:r>
            <a:r>
              <a:rPr lang="en-IN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Explanation </a:t>
            </a:r>
            <a:endParaRPr lang="en-US" alt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870"/>
            <a:ext cx="10515600" cy="4518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Does Serverless Computing Work?</a:t>
            </a:r>
            <a:endParaRPr lang="en-US" altLang="en-US" sz="2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A user sends a request (such as opening an app or uploading a file).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The request reaches the Cloud Provider (AWS, Azure, or Google Cloud).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The cloud provider automatically starts the required Function (code execution).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The function processes the request and accesses databases or storage if needed.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 The result is sent back to the user.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6: Once the task is complete, the function stops automatically, and you are charged only for the execution time.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03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17905" y="188496"/>
            <a:ext cx="1778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4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27783" y="256173"/>
            <a:ext cx="2246312" cy="1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170" y="256207"/>
            <a:ext cx="10515600" cy="1042736"/>
          </a:xfrm>
        </p:spPr>
        <p:txBody>
          <a:bodyPr>
            <a:normAutofit/>
          </a:bodyPr>
          <a:lstStyle/>
          <a:p>
            <a:pPr algn="ctr"/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</a:t>
            </a:r>
            <a:r>
              <a:rPr lang="en-IN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Explanation </a:t>
            </a:r>
            <a:endParaRPr lang="en-US" alt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870"/>
            <a:ext cx="10515600" cy="4518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Does Serverless Computing Work?</a:t>
            </a:r>
            <a:endParaRPr lang="en-US" altLang="en-US" sz="2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A user sends a request (such as opening an app or uploading a file).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The request reaches the Cloud Provider (AWS, Azure, or Google Cloud).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The cloud provider automatically starts the required Function (code execution).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The function processes the request and accesses databases or storage if needed.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5: The result is sent back to the user.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6: Once the task is complete, the function stops automatically, and you are charged only for the execution time.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03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17905" y="188496"/>
            <a:ext cx="1778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4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27783" y="256173"/>
            <a:ext cx="2246312" cy="1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286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582420" y="1825625"/>
            <a:ext cx="883221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170" y="256207"/>
            <a:ext cx="10515600" cy="1042736"/>
          </a:xfrm>
        </p:spPr>
        <p:txBody>
          <a:bodyPr>
            <a:normAutofit/>
          </a:bodyPr>
          <a:lstStyle/>
          <a:p>
            <a:pPr algn="ctr"/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</a:t>
            </a:r>
            <a:endParaRPr lang="en-US" alt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870"/>
            <a:ext cx="10515600" cy="4518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No Server Management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cloud provider manages servers, maintenance, and updates.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Developers can focus only on writing application code.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Scaling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Resources automatically scale up or down based on user demand.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performance during high traffic.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 only for the time your code runs.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cost for idle or unused servers.</a:t>
            </a:r>
            <a:endParaRPr lang="en-US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03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17905" y="188496"/>
            <a:ext cx="1778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4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27783" y="256173"/>
            <a:ext cx="2246312" cy="14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090"/>
            <a:ext cx="10515600" cy="102498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</a:t>
            </a:r>
            <a:r>
              <a:rPr lang="en-I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rld</a:t>
            </a:r>
            <a:r>
              <a:rPr lang="en-I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516" y="1317165"/>
            <a:ext cx="11101137" cy="539474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E-Commerce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online orders, payments, and order notifications.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Amazon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Streaming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video uploads, streaming, and recommendations.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Netflix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&amp; Web Applications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user authentication, chat, and push notifications.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Airbnb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44;p3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2396" y="146091"/>
            <a:ext cx="1822868" cy="117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5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155238" y="76763"/>
            <a:ext cx="2036762" cy="130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090"/>
            <a:ext cx="10515600" cy="1024983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 Case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215" y="1316990"/>
            <a:ext cx="5967730" cy="5394960"/>
          </a:xfrm>
        </p:spPr>
        <p:txBody>
          <a:bodyPr>
            <a:normAutofit fontScale="8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Food Delivery Application (Swiggy/Zomato)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</a:t>
            </a: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Places Order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 Receives Request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Function (AWS Lambda)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Order in Database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Notification to Restaurant &amp; Delivery Partner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Confirmation Sent to Customer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44;p3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2396" y="146091"/>
            <a:ext cx="1822868" cy="117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5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155238" y="76763"/>
            <a:ext cx="2036762" cy="13097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6628130" y="2727960"/>
            <a:ext cx="4725670" cy="304927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300" b="1"/>
              <a:t>Advantages</a:t>
            </a:r>
            <a:endParaRPr sz="2300" b="1"/>
          </a:p>
          <a:p>
            <a:r>
              <a:rPr sz="1600"/>
              <a:t>✔ No server management</a:t>
            </a:r>
            <a:endParaRPr sz="1600"/>
          </a:p>
          <a:p>
            <a:r>
              <a:rPr sz="1600"/>
              <a:t>✔ Automatically handles thousands of orders</a:t>
            </a:r>
            <a:endParaRPr sz="1600"/>
          </a:p>
          <a:p>
            <a:r>
              <a:rPr sz="1600"/>
              <a:t>✔ Pay only when orders are processed</a:t>
            </a:r>
            <a:endParaRPr sz="1600"/>
          </a:p>
          <a:p>
            <a:r>
              <a:rPr sz="1600"/>
              <a:t>✔ Faster order processing and high scalability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6090"/>
            <a:ext cx="10515600" cy="1024983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Key Takeaways 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51" y="1671495"/>
            <a:ext cx="11101137" cy="539474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 simplifies application development by removing the need to manage servers.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automatic scaling, cost efficiency, and high performance.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can focus on innovation while the cloud provider manages the infrastructure.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No server management required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Pay only for actual usage (Pay-as-you-go)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Automatically scales based on demand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Widely used in modern cloud applications like AWS Lambda, Azure Functions, and Google Cloud Functions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44;p3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2396" y="146091"/>
            <a:ext cx="1822868" cy="117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5;p3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155238" y="76763"/>
            <a:ext cx="2036762" cy="130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Scope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40" y="1757045"/>
            <a:ext cx="10344785" cy="4568825"/>
          </a:xfrm>
        </p:spPr>
        <p:txBody>
          <a:bodyPr>
            <a:normAutofit fontScale="70000"/>
          </a:bodyPr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Start Delay – Functions may take slightly longer to start after being idle.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Lock-in – Applications may become dependent on a specific cloud provider.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Limits – Serverless functions have maximum execution time restrictions.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&amp; Monitoring – Troubleshooting distributed serverless applications can be more challenging.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Machine Learning Integration – More intelligent cloud applications using AI services.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of IoT Applications – Better support for real-time IoT data processing.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 – Reduced cold start times and faster function execution.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Enterprise Adoption – More businesses will use serverless computing for scalable and cost-effective applications.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236;p3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8648" y="230188"/>
            <a:ext cx="2041525" cy="1392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37;p3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668627" y="230187"/>
            <a:ext cx="2244725" cy="1392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560" y="2651125"/>
            <a:ext cx="10515600" cy="1325563"/>
          </a:xfrm>
        </p:spPr>
        <p:txBody>
          <a:bodyPr>
            <a:normAutofit fontScale="90000"/>
          </a:bodyPr>
          <a:p>
            <a:pPr algn="ctr"/>
            <a:r>
              <a:rPr lang="en-IN" altLang="en-US" sz="16665">
                <a:latin typeface="Algerian" panose="04020705040A02060702" charset="0"/>
                <a:cs typeface="Algerian" panose="04020705040A02060702" charset="0"/>
              </a:rPr>
              <a:t>THANK YOU</a:t>
            </a:r>
            <a:br>
              <a:rPr lang="en-IN" altLang="en-US" sz="11110"/>
            </a:br>
            <a:endParaRPr lang="en-IN" altLang="en-US" sz="1111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4128</Words>
  <Application>WPS Presentation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Calibri</vt:lpstr>
      <vt:lpstr>Tahoma</vt:lpstr>
      <vt:lpstr>Algerian</vt:lpstr>
      <vt:lpstr>Microsoft YaHei</vt:lpstr>
      <vt:lpstr>Arial Unicode MS</vt:lpstr>
      <vt:lpstr>Calibri Light</vt:lpstr>
      <vt:lpstr>Times New Roman</vt:lpstr>
      <vt:lpstr>Arial</vt:lpstr>
      <vt:lpstr>Calibri</vt:lpstr>
      <vt:lpstr>等线</vt:lpstr>
      <vt:lpstr>Office Theme</vt:lpstr>
      <vt:lpstr>Intelligent Tutoring System for Student Performance Enhancement</vt:lpstr>
      <vt:lpstr>INTRODUCTION</vt:lpstr>
      <vt:lpstr>OBJECTIVES</vt:lpstr>
      <vt:lpstr>Core Technical Explanation </vt:lpstr>
      <vt:lpstr>RESULT</vt:lpstr>
      <vt:lpstr>Core Technical Explanation </vt:lpstr>
      <vt:lpstr>REFERENCES</vt:lpstr>
      <vt:lpstr> Real-World Applications</vt:lpstr>
      <vt:lpstr>Example Use Case</vt:lpstr>
      <vt:lpstr>CONCLUSION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USING MACHINE LEARNING IN MANUFACTURING</dc:title>
  <dc:creator>thota kavya</dc:creator>
  <cp:lastModifiedBy>Ayesha Maniyar</cp:lastModifiedBy>
  <cp:revision>13</cp:revision>
  <dcterms:created xsi:type="dcterms:W3CDTF">2024-03-18T10:52:00Z</dcterms:created>
  <dcterms:modified xsi:type="dcterms:W3CDTF">2026-07-15T08:25:50Z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CBC06F166705404FA84F1EC3E6B789A5_12</vt:lpwstr>
  </property>
  <property fmtid="{D5CDD505-2E9C-101B-9397-08002B2CF9AE}" pid="3" name="KSOProductBuildVer">
    <vt:lpwstr>1033-12.1.0.26880</vt:lpwstr>
  </property>
</Properties>
</file>